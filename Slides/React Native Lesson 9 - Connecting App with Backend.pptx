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3f696c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3f696c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03f696c5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03f696c5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03f696c5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03f696c5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3f696c5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03f696c5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3f696c5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03f696c5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03f696c5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03f696c5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3f696c5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03f696c5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03f696c5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03f696c5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03f696c5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03f696c5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{ Todo } from "../types/todo";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const API_URL = "http://10.0.2.2:5000/todos";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// Android emulator -&gt; 10.0.2.2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// iOS simulator -&gt; localhost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// Real device -&gt; your computer local IP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export const getTodos = async (): Promise&lt;Todo[]&gt; =&gt;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try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const response = await fetch(API_URL);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if (!response.ok)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throw new Error("Failed to fetch todos");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const data: Todo[] = await response.json();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return data;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} catch (error)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console.log("API Error:", error);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return [];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03f696c5a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03f696c5a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03f696c5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03f696c5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03f696c5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03f696c5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03f696c5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03f696c5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10.0.2.2:5000/todos" TargetMode="External"/><Relationship Id="rId4" Type="http://schemas.openxmlformats.org/officeDocument/2006/relationships/hyperlink" Target="http://localhost:5000/todo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config.js" TargetMode="External"/><Relationship Id="rId4" Type="http://schemas.openxmlformats.org/officeDocument/2006/relationships/hyperlink" Target="http://10.0.2.2:5000/todo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Connecting App with Backend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Objectives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a React Native app to a backend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Fetch data from a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Send data to the server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Update and delete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Implement CRUD operations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an API?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= </a:t>
            </a:r>
            <a:r>
              <a:rPr lang="en">
                <a:solidFill>
                  <a:schemeClr val="accent1"/>
                </a:solidFill>
              </a:rPr>
              <a:t>Application Programming Interface</a:t>
            </a:r>
            <a:endParaRPr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allows applications to communicate with a server.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Mobile App → API Server →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our case: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6AA84F"/>
                </a:solidFill>
              </a:rPr>
              <a:t>React Native → Node.js Express API → Neon PostgreSQL</a:t>
            </a:r>
            <a:endParaRPr>
              <a:solidFill>
                <a:srgbClr val="6AA84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Todo API Endpoints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Base URL “http://localhost:5000/todos”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36725"/>
            <a:ext cx="6477000" cy="224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for React Native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emulator “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http://10.0.2.2:5000/todos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iOS simulator  “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http://localhost:5000/todos</a:t>
            </a:r>
            <a:r>
              <a:rPr lang="en"/>
              <a:t>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 phone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your computer IP: </a:t>
            </a:r>
            <a:r>
              <a:rPr lang="en"/>
              <a:t>“</a:t>
            </a:r>
            <a:r>
              <a:rPr lang="en"/>
              <a:t>http://192.168.x.x:5000/todos”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Directory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screens/</a:t>
            </a:r>
            <a:r>
              <a:rPr lang="en"/>
              <a:t> → full pages like Todo screen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components/</a:t>
            </a:r>
            <a:r>
              <a:rPr lang="en"/>
              <a:t> → reusable UI like TodoItem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navigation/</a:t>
            </a:r>
            <a:r>
              <a:rPr lang="en"/>
              <a:t> → stack/tab setup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services/</a:t>
            </a:r>
            <a:r>
              <a:rPr lang="en"/>
              <a:t> → API calls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hooks/</a:t>
            </a:r>
            <a:r>
              <a:rPr lang="en"/>
              <a:t> → optional custom hooks later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0000"/>
                </a:solidFill>
              </a:rPr>
              <a:t>utils/</a:t>
            </a:r>
            <a:r>
              <a:rPr lang="en"/>
              <a:t> → constants/helpers</a:t>
            </a:r>
            <a:endParaRPr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4613" y="53488"/>
            <a:ext cx="2314575" cy="14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9138" y="1659288"/>
            <a:ext cx="24669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Create API config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2. Create API service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3. Create reusable Todo item component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4. Create the main Todo screen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Todo types “src/types/todo.ts”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 type Todo =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id: number;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title: string;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completed: boolean;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};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0913" y="1352788"/>
            <a:ext cx="246697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API config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src/utils/</a:t>
            </a:r>
            <a:r>
              <a:rPr lang="en" u="sng">
                <a:solidFill>
                  <a:schemeClr val="hlink"/>
                </a:solidFill>
                <a:hlinkClick r:id="rId3"/>
              </a:rPr>
              <a:t>config.js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highlight>
                  <a:srgbClr val="93C47D"/>
                </a:highlight>
              </a:rPr>
              <a:t>export const API_URL = "</a:t>
            </a:r>
            <a:r>
              <a:rPr lang="en" u="sng">
                <a:solidFill>
                  <a:schemeClr val="hlink"/>
                </a:solidFill>
                <a:highlight>
                  <a:srgbClr val="93C47D"/>
                </a:highlight>
                <a:hlinkClick r:id="rId4"/>
              </a:rPr>
              <a:t>http://10.0.2.2:5000/todos</a:t>
            </a:r>
            <a:r>
              <a:rPr lang="en">
                <a:highlight>
                  <a:srgbClr val="93C47D"/>
                </a:highlight>
              </a:rPr>
              <a:t>";</a:t>
            </a:r>
            <a:endParaRPr>
              <a:highlight>
                <a:srgbClr val="93C47D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10.0.2.2 for Android emulator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localhost for iOS simulator/web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your laptop IP for real device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API service  “src/services/todoApi.js”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943575"/>
            <a:ext cx="4171950" cy="438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reusable Todo item component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src/components/TodoItem.tsx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{ StyleSheet, Text, View } from "react-native";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import { Todo } from "../types/todo";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type TodoItemProps =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todo: Todo;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export default function TodoItem({ todo }: TodoItemProps)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&lt;View style={styles.item}&gt;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&lt;Text style={styles.title}&gt;{todo.title}&lt;/Text&gt;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&lt;Text style={styles.status}&gt;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  {todo.completed ? "Completed" : "Not completed"}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  &lt;/Text&gt;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&lt;/View&gt;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const styles = StyleSheet.create({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item: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backgroundColor: "#fff",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padding: 15,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borderRadius: 10,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marginBottom: 10,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title: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fontSize: 16,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fontWeight: "bold",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marginBottom: 4,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status: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  color: "gray",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the screen “src/screens/TodoScreen.tsx”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useEffect, useState } from "react";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ActivityIndicator,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FlatList,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SafeAreaView,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StyleSheet,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Text,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 from "react-native";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TodoItem from "../components/TodoItem";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getTodos } from "../services/todoApi";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Todo } from "../types/todo";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export default function TodoScreen()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[todos, setTodos] = useState&lt;Todo[]&gt;([]);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[loading, setLoading] = useState&lt;boolean&gt;(true);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fetchTodos = async () =&gt;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const data = await getTodos();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setTodos(data);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setLoading(false);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useEffect(() =&gt;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fetchTodos();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 []);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if (loading)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&lt;SafeAreaView style={styles.loaderContainer}&gt;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&lt;ActivityIndicator size="large" 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&lt;/SafeAreaView&gt;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&lt;SafeAreaView style={styles.container}&gt;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&lt;Text style={styles.heading}&gt;Todo List&lt;/Text&gt;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&lt;FlatList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data={todos}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keyExtractor={(item) =&gt; item.id.toString()}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renderItem={({ item }) =&gt; &lt;TodoItem todo={item} /&gt;}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ListEmptyComponent={&lt;Text style={styles.empty}&gt;No todos found.&lt;/Text&gt;}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&lt;/SafeAreaView&gt;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const styles = StyleSheet.create({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loaderContainer: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flex: 1,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justifyContent: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alignItems: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container: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flex: 1,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padding: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backgroundColor: "#f2f2f7",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heading: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fontSize: 28,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fontWeight: "bold",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marginBottom: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empty: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textAlign: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marginTop: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color: "gray",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the screen to navigation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useEffect, useState } from "react";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ActivityIndicator,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FlatList,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SafeAreaView,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StyleSheet,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Text,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 from "react-native";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TodoItem from "../components/TodoItem";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getTodos } from "../services/todoApi";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import { Todo } from "../types/todo";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export default function TodoScreen()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[todos, setTodos] = useState&lt;Todo[]&gt;([]);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[loading, setLoading] = useState&lt;boolean&gt;(true);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const fetchTodos = async () =&gt;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const data = await getTodos();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setTodos(data);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setLoading(false);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useEffect(() =&gt;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fetchTodos();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 []);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if (loading)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&lt;SafeAreaView style={styles.loaderContainer}&gt;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&lt;ActivityIndicator size="large" 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&lt;/SafeAreaView&gt;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return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&lt;SafeAreaView style={styles.container}&gt;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&lt;Text style={styles.heading}&gt;Todo List&lt;/Text&gt;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&lt;FlatList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data={todos}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keyExtractor={(item) =&gt; item.id.toString()}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renderItem={({ item }) =&gt; &lt;TodoItem todo={item} /&gt;}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  ListEmptyComponent={&lt;Text style={styles.empty}&gt;No todos found.&lt;/Text&gt;}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  /&gt;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&lt;/SafeAreaView&gt;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const styles = StyleSheet.create({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loaderContainer: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flex: 1,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justifyContent: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alignItems: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container: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flex: 1,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padding: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backgroundColor: "#f2f2f7",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heading: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fontSize: 28,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fontWeight: "bold",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marginBottom: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empty: {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textAlign: "center",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marginTop: 20,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color: "gray",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},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</a:t>
            </a:r>
            <a:endParaRPr/>
          </a:p>
        </p:txBody>
      </p:sp>
      <p:sp>
        <p:nvSpPr>
          <p:cNvPr id="138" name="Google Shape;13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